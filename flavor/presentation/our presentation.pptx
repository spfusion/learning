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8" d="100"/>
          <a:sy n="58" d="100"/>
        </p:scale>
        <p:origin x="75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660900" y="0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8DBB23-E179-4B4E-AAFA-CE026B739980}" type="datetimeFigureOut">
              <a:rPr lang="en-US" smtClean="0"/>
              <a:t>1/25/2024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3896975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D2F74D-6204-9943-A3F7-75552D0AB0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4625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33199" y="2262426"/>
            <a:ext cx="7477601" cy="16663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6561"/>
              </a:lnSpc>
              <a:buNone/>
            </a:pPr>
            <a:r>
              <a:rPr lang="en-US" sz="5249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Welcome to our  Store Flavor</a:t>
            </a:r>
            <a:endParaRPr lang="en-US" sz="5249" dirty="0"/>
          </a:p>
        </p:txBody>
      </p:sp>
      <p:sp>
        <p:nvSpPr>
          <p:cNvPr id="6" name="Text 2"/>
          <p:cNvSpPr/>
          <p:nvPr/>
        </p:nvSpPr>
        <p:spPr>
          <a:xfrm>
            <a:off x="833199" y="4262080"/>
            <a:ext cx="7477601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Welcome to our online store, where you'll find the freshest and highest quality fruits, vegetables, and spices. We take pride in providing a wide variety of fresh produce to our customers.</a:t>
            </a:r>
            <a:endParaRPr lang="en-US" sz="1750" dirty="0"/>
          </a:p>
        </p:txBody>
      </p:sp>
      <p:sp>
        <p:nvSpPr>
          <p:cNvPr id="7" name="Shape 3"/>
          <p:cNvSpPr/>
          <p:nvPr/>
        </p:nvSpPr>
        <p:spPr>
          <a:xfrm>
            <a:off x="833199" y="5594866"/>
            <a:ext cx="355402" cy="355402"/>
          </a:xfrm>
          <a:prstGeom prst="roundRect">
            <a:avLst>
              <a:gd name="adj" fmla="val 25726039"/>
            </a:avLst>
          </a:prstGeom>
          <a:solidFill>
            <a:srgbClr val="6A0CFF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Text 1"/>
          <p:cNvSpPr/>
          <p:nvPr/>
        </p:nvSpPr>
        <p:spPr>
          <a:xfrm>
            <a:off x="2348389" y="2390656"/>
            <a:ext cx="798576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Explore Our Product Categories</a:t>
            </a:r>
            <a:endParaRPr lang="en-US" sz="4374" dirty="0"/>
          </a:p>
        </p:txBody>
      </p:sp>
      <p:sp>
        <p:nvSpPr>
          <p:cNvPr id="5" name="Text 2"/>
          <p:cNvSpPr/>
          <p:nvPr/>
        </p:nvSpPr>
        <p:spPr>
          <a:xfrm>
            <a:off x="2348389" y="3640455"/>
            <a:ext cx="2221944" cy="35480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Fruits </a:t>
            </a:r>
            <a:r>
              <a:rPr lang="en-US" sz="2187" b="1" dirty="0">
                <a:solidFill>
                  <a:srgbClr val="00000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🍎</a:t>
            </a:r>
            <a:endParaRPr lang="en-US" sz="2187" dirty="0"/>
          </a:p>
        </p:txBody>
      </p:sp>
      <p:sp>
        <p:nvSpPr>
          <p:cNvPr id="6" name="Text 3"/>
          <p:cNvSpPr/>
          <p:nvPr/>
        </p:nvSpPr>
        <p:spPr>
          <a:xfrm>
            <a:off x="2348389" y="4217432"/>
            <a:ext cx="2949416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From juicy apples to tropical bananas, we offer a diverse range of flavorful fruits.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847398" y="3640455"/>
            <a:ext cx="2221944" cy="35480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Vegetables </a:t>
            </a:r>
            <a:r>
              <a:rPr lang="en-US" sz="2187" b="1" dirty="0">
                <a:solidFill>
                  <a:srgbClr val="00000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🥕</a:t>
            </a:r>
            <a:endParaRPr lang="en-US" sz="2187" dirty="0"/>
          </a:p>
        </p:txBody>
      </p:sp>
      <p:sp>
        <p:nvSpPr>
          <p:cNvPr id="8" name="Text 5"/>
          <p:cNvSpPr/>
          <p:nvPr/>
        </p:nvSpPr>
        <p:spPr>
          <a:xfrm>
            <a:off x="5847398" y="4217432"/>
            <a:ext cx="2949416" cy="14216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Discover a colorful assortment of farm-fresh vegetables, perfect for your culinary creations.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9346406" y="3640455"/>
            <a:ext cx="2221944" cy="35480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Spices </a:t>
            </a:r>
            <a:r>
              <a:rPr lang="en-US" sz="2187" b="1" dirty="0">
                <a:solidFill>
                  <a:srgbClr val="00000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🌶️</a:t>
            </a:r>
            <a:endParaRPr lang="en-US" sz="2187" dirty="0"/>
          </a:p>
        </p:txBody>
      </p:sp>
      <p:sp>
        <p:nvSpPr>
          <p:cNvPr id="10" name="Text 7"/>
          <p:cNvSpPr/>
          <p:nvPr/>
        </p:nvSpPr>
        <p:spPr>
          <a:xfrm>
            <a:off x="9346406" y="4217432"/>
            <a:ext cx="2949416" cy="14216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Enhance the flavors of your dishes with our premium collection of aromatic spices and seasonings.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Text 1"/>
          <p:cNvSpPr/>
          <p:nvPr/>
        </p:nvSpPr>
        <p:spPr>
          <a:xfrm>
            <a:off x="2348389" y="2118122"/>
            <a:ext cx="802386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Browse Our Variety and Quality</a:t>
            </a:r>
            <a:endParaRPr lang="en-US" sz="4374" dirty="0"/>
          </a:p>
        </p:txBody>
      </p:sp>
      <p:sp>
        <p:nvSpPr>
          <p:cNvPr id="5" name="Shape 2"/>
          <p:cNvSpPr/>
          <p:nvPr/>
        </p:nvSpPr>
        <p:spPr>
          <a:xfrm>
            <a:off x="2348389" y="3430429"/>
            <a:ext cx="499943" cy="499943"/>
          </a:xfrm>
          <a:prstGeom prst="roundRect">
            <a:avLst>
              <a:gd name="adj" fmla="val 80001"/>
            </a:avLst>
          </a:prstGeom>
          <a:solidFill>
            <a:srgbClr val="00002E"/>
          </a:solidFill>
          <a:ln w="27742">
            <a:solidFill>
              <a:srgbClr val="F2B42D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" name="Text 3"/>
          <p:cNvSpPr/>
          <p:nvPr/>
        </p:nvSpPr>
        <p:spPr>
          <a:xfrm>
            <a:off x="2499241" y="3472101"/>
            <a:ext cx="198120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281"/>
              </a:lnSpc>
              <a:buNone/>
            </a:pPr>
            <a:r>
              <a:rPr lang="en-US" sz="2624" b="1" dirty="0">
                <a:solidFill>
                  <a:srgbClr val="F2B42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</a:t>
            </a:r>
            <a:endParaRPr lang="en-US" sz="2624" dirty="0"/>
          </a:p>
        </p:txBody>
      </p:sp>
      <p:sp>
        <p:nvSpPr>
          <p:cNvPr id="7" name="Text 4"/>
          <p:cNvSpPr/>
          <p:nvPr/>
        </p:nvSpPr>
        <p:spPr>
          <a:xfrm>
            <a:off x="3070503" y="3506748"/>
            <a:ext cx="2440900" cy="6943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F2B42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Extensive Selection</a:t>
            </a:r>
            <a:endParaRPr lang="en-US" sz="2187" dirty="0"/>
          </a:p>
        </p:txBody>
      </p:sp>
      <p:sp>
        <p:nvSpPr>
          <p:cNvPr id="8" name="Text 5"/>
          <p:cNvSpPr/>
          <p:nvPr/>
        </p:nvSpPr>
        <p:spPr>
          <a:xfrm>
            <a:off x="3070503" y="4334351"/>
            <a:ext cx="2440900" cy="177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Explore a wide range of fruit varieties, vegetable types, and flavorful spices to suit every taste and recipe.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5733574" y="3430429"/>
            <a:ext cx="499943" cy="499943"/>
          </a:xfrm>
          <a:prstGeom prst="roundRect">
            <a:avLst>
              <a:gd name="adj" fmla="val 80001"/>
            </a:avLst>
          </a:prstGeom>
          <a:solidFill>
            <a:srgbClr val="00002E"/>
          </a:solidFill>
          <a:ln w="27742">
            <a:solidFill>
              <a:srgbClr val="D7425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Text 7"/>
          <p:cNvSpPr/>
          <p:nvPr/>
        </p:nvSpPr>
        <p:spPr>
          <a:xfrm>
            <a:off x="5884426" y="3472101"/>
            <a:ext cx="198120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281"/>
              </a:lnSpc>
              <a:buNone/>
            </a:pPr>
            <a:r>
              <a:rPr lang="en-US" sz="2624" b="1" dirty="0">
                <a:solidFill>
                  <a:srgbClr val="D742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</a:t>
            </a:r>
            <a:endParaRPr lang="en-US" sz="2624" dirty="0"/>
          </a:p>
        </p:txBody>
      </p:sp>
      <p:sp>
        <p:nvSpPr>
          <p:cNvPr id="11" name="Text 8"/>
          <p:cNvSpPr/>
          <p:nvPr/>
        </p:nvSpPr>
        <p:spPr>
          <a:xfrm>
            <a:off x="6455688" y="3506748"/>
            <a:ext cx="2440900" cy="6943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D742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Farm-Fresh Quality</a:t>
            </a:r>
            <a:endParaRPr lang="en-US" sz="2187" dirty="0"/>
          </a:p>
        </p:txBody>
      </p:sp>
      <p:sp>
        <p:nvSpPr>
          <p:cNvPr id="12" name="Text 9"/>
          <p:cNvSpPr/>
          <p:nvPr/>
        </p:nvSpPr>
        <p:spPr>
          <a:xfrm>
            <a:off x="6455688" y="4334351"/>
            <a:ext cx="2440900" cy="177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Our products are meticulously selected to ensure freshness, quality, and nutritional value for our customers.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9118759" y="3430429"/>
            <a:ext cx="499943" cy="499943"/>
          </a:xfrm>
          <a:prstGeom prst="roundRect">
            <a:avLst>
              <a:gd name="adj" fmla="val 80001"/>
            </a:avLst>
          </a:prstGeom>
          <a:solidFill>
            <a:srgbClr val="00002E"/>
          </a:solidFill>
          <a:ln w="27742">
            <a:solidFill>
              <a:srgbClr val="DD785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Text 11"/>
          <p:cNvSpPr/>
          <p:nvPr/>
        </p:nvSpPr>
        <p:spPr>
          <a:xfrm>
            <a:off x="9269611" y="3472101"/>
            <a:ext cx="198120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281"/>
              </a:lnSpc>
              <a:buNone/>
            </a:pPr>
            <a:r>
              <a:rPr lang="en-US" sz="2624" b="1" dirty="0">
                <a:solidFill>
                  <a:srgbClr val="DD78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3</a:t>
            </a:r>
            <a:endParaRPr lang="en-US" sz="2624" dirty="0"/>
          </a:p>
        </p:txBody>
      </p:sp>
      <p:sp>
        <p:nvSpPr>
          <p:cNvPr id="15" name="Text 12"/>
          <p:cNvSpPr/>
          <p:nvPr/>
        </p:nvSpPr>
        <p:spPr>
          <a:xfrm>
            <a:off x="9840873" y="3506748"/>
            <a:ext cx="231648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DD78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Seasonal Specials</a:t>
            </a:r>
            <a:endParaRPr lang="en-US" sz="2187" dirty="0"/>
          </a:p>
        </p:txBody>
      </p:sp>
      <p:sp>
        <p:nvSpPr>
          <p:cNvPr id="16" name="Text 13"/>
          <p:cNvSpPr/>
          <p:nvPr/>
        </p:nvSpPr>
        <p:spPr>
          <a:xfrm>
            <a:off x="9840873" y="3987165"/>
            <a:ext cx="2440900" cy="177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Check out our seasonal offerings for delightful surprises and the best produce each season has to offer.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80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Text 2"/>
          <p:cNvSpPr/>
          <p:nvPr/>
        </p:nvSpPr>
        <p:spPr>
          <a:xfrm>
            <a:off x="2348389" y="1701522"/>
            <a:ext cx="9933503" cy="13887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Convenient Shopping Cart and Checkout</a:t>
            </a:r>
            <a:endParaRPr lang="en-US" sz="4374" dirty="0"/>
          </a:p>
        </p:txBody>
      </p:sp>
      <p:sp>
        <p:nvSpPr>
          <p:cNvPr id="7" name="Shape 3"/>
          <p:cNvSpPr/>
          <p:nvPr/>
        </p:nvSpPr>
        <p:spPr>
          <a:xfrm>
            <a:off x="2348389" y="3423523"/>
            <a:ext cx="3163014" cy="3104436"/>
          </a:xfrm>
          <a:prstGeom prst="roundRect">
            <a:avLst>
              <a:gd name="adj" fmla="val 12883"/>
            </a:avLst>
          </a:prstGeom>
          <a:solidFill>
            <a:srgbClr val="00002E"/>
          </a:solidFill>
          <a:ln w="27742">
            <a:solidFill>
              <a:srgbClr val="F2B42D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" name="Text 4"/>
          <p:cNvSpPr/>
          <p:nvPr/>
        </p:nvSpPr>
        <p:spPr>
          <a:xfrm>
            <a:off x="2598301" y="3673435"/>
            <a:ext cx="2663190" cy="6943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F2B42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Seamless Shopping Experience</a:t>
            </a:r>
            <a:endParaRPr lang="en-US" sz="2187" dirty="0"/>
          </a:p>
        </p:txBody>
      </p:sp>
      <p:sp>
        <p:nvSpPr>
          <p:cNvPr id="9" name="Text 5"/>
          <p:cNvSpPr/>
          <p:nvPr/>
        </p:nvSpPr>
        <p:spPr>
          <a:xfrm>
            <a:off x="2598301" y="4501039"/>
            <a:ext cx="2663190" cy="177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Effortlessly add your favorite items to the cart and proceed through the secure checkout process with ease.</a:t>
            </a:r>
            <a:endParaRPr lang="en-US" sz="1750" dirty="0"/>
          </a:p>
        </p:txBody>
      </p:sp>
      <p:sp>
        <p:nvSpPr>
          <p:cNvPr id="10" name="Shape 6"/>
          <p:cNvSpPr/>
          <p:nvPr/>
        </p:nvSpPr>
        <p:spPr>
          <a:xfrm>
            <a:off x="5733574" y="3423523"/>
            <a:ext cx="3163014" cy="3104436"/>
          </a:xfrm>
          <a:prstGeom prst="roundRect">
            <a:avLst>
              <a:gd name="adj" fmla="val 12883"/>
            </a:avLst>
          </a:prstGeom>
          <a:solidFill>
            <a:srgbClr val="00002E"/>
          </a:solidFill>
          <a:ln w="27742">
            <a:solidFill>
              <a:srgbClr val="D7425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Text 7"/>
          <p:cNvSpPr/>
          <p:nvPr/>
        </p:nvSpPr>
        <p:spPr>
          <a:xfrm>
            <a:off x="5983486" y="3673435"/>
            <a:ext cx="227838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D742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Express Checkout</a:t>
            </a:r>
            <a:endParaRPr lang="en-US" sz="2187" dirty="0"/>
          </a:p>
        </p:txBody>
      </p:sp>
      <p:sp>
        <p:nvSpPr>
          <p:cNvPr id="12" name="Text 8"/>
          <p:cNvSpPr/>
          <p:nvPr/>
        </p:nvSpPr>
        <p:spPr>
          <a:xfrm>
            <a:off x="5983486" y="4153853"/>
            <a:ext cx="2663190" cy="14216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Save time with our efficient express checkout feature for swift and hassle-free purchases.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9118759" y="3423523"/>
            <a:ext cx="3163014" cy="3104436"/>
          </a:xfrm>
          <a:prstGeom prst="roundRect">
            <a:avLst>
              <a:gd name="adj" fmla="val 12883"/>
            </a:avLst>
          </a:prstGeom>
          <a:solidFill>
            <a:srgbClr val="00002E"/>
          </a:solidFill>
          <a:ln w="27742">
            <a:solidFill>
              <a:srgbClr val="DD785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Text 10"/>
          <p:cNvSpPr/>
          <p:nvPr/>
        </p:nvSpPr>
        <p:spPr>
          <a:xfrm>
            <a:off x="9368671" y="3673435"/>
            <a:ext cx="2221944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DD78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Order Tracking</a:t>
            </a:r>
            <a:endParaRPr lang="en-US" sz="2187" dirty="0"/>
          </a:p>
        </p:txBody>
      </p:sp>
      <p:sp>
        <p:nvSpPr>
          <p:cNvPr id="15" name="Text 11"/>
          <p:cNvSpPr/>
          <p:nvPr/>
        </p:nvSpPr>
        <p:spPr>
          <a:xfrm>
            <a:off x="9368671" y="4153853"/>
            <a:ext cx="2663190" cy="14216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Stay updated with real-time tracking of your order from checkout to delivery at your doorstep.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36576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490799" y="934760"/>
            <a:ext cx="623316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Secure Payment Options</a:t>
            </a:r>
            <a:endParaRPr lang="en-US" sz="4374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0799" y="1962388"/>
            <a:ext cx="1110972" cy="1777484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935028" y="2184559"/>
            <a:ext cx="232410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F2B42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Variety of Options</a:t>
            </a:r>
            <a:endParaRPr lang="en-US" sz="2187" dirty="0"/>
          </a:p>
        </p:txBody>
      </p:sp>
      <p:sp>
        <p:nvSpPr>
          <p:cNvPr id="8" name="Text 3"/>
          <p:cNvSpPr/>
          <p:nvPr/>
        </p:nvSpPr>
        <p:spPr>
          <a:xfrm>
            <a:off x="5935028" y="2664976"/>
            <a:ext cx="7862173" cy="7108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99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Choose from diverse and secure payment methods, ensuring safe and hassle-free transactions.</a:t>
            </a:r>
            <a:endParaRPr lang="en-US" sz="17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90799" y="3739872"/>
            <a:ext cx="1110972" cy="1777484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935028" y="3962043"/>
            <a:ext cx="290322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D742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Encryption Technology</a:t>
            </a:r>
            <a:endParaRPr lang="en-US" sz="2187" dirty="0"/>
          </a:p>
        </p:txBody>
      </p:sp>
      <p:sp>
        <p:nvSpPr>
          <p:cNvPr id="11" name="Text 5"/>
          <p:cNvSpPr/>
          <p:nvPr/>
        </p:nvSpPr>
        <p:spPr>
          <a:xfrm>
            <a:off x="5935028" y="4442460"/>
            <a:ext cx="7862173" cy="7108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99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Your payment information is protected with advanced encryption, guaranteeing the utmost security and privacy.</a:t>
            </a:r>
            <a:endParaRPr lang="en-US" sz="17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90799" y="5517356"/>
            <a:ext cx="1110972" cy="1777484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5935028" y="5739527"/>
            <a:ext cx="266700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DD78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Trusted Partnerships</a:t>
            </a:r>
            <a:endParaRPr lang="en-US" sz="2187" dirty="0"/>
          </a:p>
        </p:txBody>
      </p:sp>
      <p:sp>
        <p:nvSpPr>
          <p:cNvPr id="14" name="Text 7"/>
          <p:cNvSpPr/>
          <p:nvPr/>
        </p:nvSpPr>
        <p:spPr>
          <a:xfrm>
            <a:off x="5935028" y="6219944"/>
            <a:ext cx="7862173" cy="7108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99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We've partnered with reputable and trusted payment gateways to ensure a secure and trustworthy payment process.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Text 1"/>
          <p:cNvSpPr/>
          <p:nvPr/>
        </p:nvSpPr>
        <p:spPr>
          <a:xfrm>
            <a:off x="2348389" y="1823442"/>
            <a:ext cx="866394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Delivery and Shipping Information</a:t>
            </a:r>
            <a:endParaRPr lang="en-US" sz="4374" dirty="0"/>
          </a:p>
        </p:txBody>
      </p:sp>
      <p:sp>
        <p:nvSpPr>
          <p:cNvPr id="5" name="Shape 2"/>
          <p:cNvSpPr/>
          <p:nvPr/>
        </p:nvSpPr>
        <p:spPr>
          <a:xfrm>
            <a:off x="2348389" y="2962156"/>
            <a:ext cx="9933503" cy="3443883"/>
          </a:xfrm>
          <a:prstGeom prst="roundRect">
            <a:avLst>
              <a:gd name="adj" fmla="val 11614"/>
            </a:avLst>
          </a:prstGeom>
          <a:solidFill>
            <a:srgbClr val="00002E"/>
          </a:solidFill>
          <a:ln w="55483">
            <a:solidFill>
              <a:srgbClr val="26265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" name="Text 3"/>
          <p:cNvSpPr/>
          <p:nvPr/>
        </p:nvSpPr>
        <p:spPr>
          <a:xfrm>
            <a:off x="2626162" y="3158490"/>
            <a:ext cx="4463058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Fast Delivery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541181" y="3158490"/>
            <a:ext cx="4463058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Count on swift and reliable delivery services to get your fresh produce to your door without delay.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2626162" y="4506397"/>
            <a:ext cx="4463058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Shipping Options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7541181" y="4506397"/>
            <a:ext cx="4463058" cy="7108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Choose from a range of shipping options, including express shipping for urgent orders.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2626162" y="5498902"/>
            <a:ext cx="4463058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Delivery Tracking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7541181" y="5498902"/>
            <a:ext cx="4463058" cy="7108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Track your delivery every step of the way, ensuring peace of mind and convenience.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Text 1"/>
          <p:cNvSpPr/>
          <p:nvPr/>
        </p:nvSpPr>
        <p:spPr>
          <a:xfrm>
            <a:off x="2348389" y="2077760"/>
            <a:ext cx="786384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Customer Reviews and Ratings</a:t>
            </a:r>
            <a:endParaRPr lang="en-US" sz="4374" dirty="0"/>
          </a:p>
        </p:txBody>
      </p:sp>
      <p:sp>
        <p:nvSpPr>
          <p:cNvPr id="5" name="Text 2"/>
          <p:cNvSpPr/>
          <p:nvPr/>
        </p:nvSpPr>
        <p:spPr>
          <a:xfrm>
            <a:off x="2348389" y="3327559"/>
            <a:ext cx="4800124" cy="99988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7873"/>
              </a:lnSpc>
              <a:buNone/>
            </a:pPr>
            <a:r>
              <a:rPr lang="en-US" sz="7873" b="1" dirty="0">
                <a:solidFill>
                  <a:srgbClr val="F2B42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4.8</a:t>
            </a:r>
            <a:endParaRPr lang="en-US" sz="7873" dirty="0"/>
          </a:p>
        </p:txBody>
      </p:sp>
      <p:sp>
        <p:nvSpPr>
          <p:cNvPr id="6" name="Text 3"/>
          <p:cNvSpPr/>
          <p:nvPr/>
        </p:nvSpPr>
        <p:spPr>
          <a:xfrm>
            <a:off x="3430191" y="4605099"/>
            <a:ext cx="263652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F2B42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Outstanding Ratings</a:t>
            </a:r>
            <a:endParaRPr lang="en-US" sz="2187" dirty="0"/>
          </a:p>
        </p:txBody>
      </p:sp>
      <p:sp>
        <p:nvSpPr>
          <p:cNvPr id="7" name="Text 4"/>
          <p:cNvSpPr/>
          <p:nvPr/>
        </p:nvSpPr>
        <p:spPr>
          <a:xfrm>
            <a:off x="2348389" y="5085517"/>
            <a:ext cx="4800124" cy="7108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2799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Our exceptional customer satisfaction is reflected in the outstanding average rating of 4.8 out of 5.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481768" y="3327559"/>
            <a:ext cx="4800124" cy="99988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7873"/>
              </a:lnSpc>
              <a:buNone/>
            </a:pPr>
            <a:r>
              <a:rPr lang="en-US" sz="7873" b="1" dirty="0">
                <a:solidFill>
                  <a:srgbClr val="D742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500</a:t>
            </a:r>
            <a:endParaRPr lang="en-US" sz="7873" dirty="0"/>
          </a:p>
        </p:txBody>
      </p:sp>
      <p:sp>
        <p:nvSpPr>
          <p:cNvPr id="9" name="Text 6"/>
          <p:cNvSpPr/>
          <p:nvPr/>
        </p:nvSpPr>
        <p:spPr>
          <a:xfrm>
            <a:off x="8770858" y="4605099"/>
            <a:ext cx="2221944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D742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Rave Reviews</a:t>
            </a:r>
            <a:endParaRPr lang="en-US" sz="2187" dirty="0"/>
          </a:p>
        </p:txBody>
      </p:sp>
      <p:sp>
        <p:nvSpPr>
          <p:cNvPr id="10" name="Text 7"/>
          <p:cNvSpPr/>
          <p:nvPr/>
        </p:nvSpPr>
        <p:spPr>
          <a:xfrm>
            <a:off x="7481768" y="5085517"/>
            <a:ext cx="4800124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2799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Join over 500 satisfied customers who have shared their positive experiences with our fresh produce.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0" y="0"/>
            <a:ext cx="36576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33199" y="925473"/>
            <a:ext cx="4443889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Get in Touch</a:t>
            </a:r>
            <a:endParaRPr lang="en-US" sz="4374" dirty="0"/>
          </a:p>
        </p:txBody>
      </p:sp>
      <p:sp>
        <p:nvSpPr>
          <p:cNvPr id="6" name="Shape 2"/>
          <p:cNvSpPr/>
          <p:nvPr/>
        </p:nvSpPr>
        <p:spPr>
          <a:xfrm>
            <a:off x="1152644" y="1953101"/>
            <a:ext cx="27742" cy="5351026"/>
          </a:xfrm>
          <a:prstGeom prst="rect">
            <a:avLst/>
          </a:prstGeom>
          <a:solidFill>
            <a:srgbClr val="26265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3"/>
          <p:cNvSpPr/>
          <p:nvPr/>
        </p:nvSpPr>
        <p:spPr>
          <a:xfrm>
            <a:off x="1416427" y="2362736"/>
            <a:ext cx="777597" cy="27742"/>
          </a:xfrm>
          <a:prstGeom prst="rect">
            <a:avLst/>
          </a:prstGeom>
          <a:solidFill>
            <a:srgbClr val="F2B42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Shape 4"/>
          <p:cNvSpPr/>
          <p:nvPr/>
        </p:nvSpPr>
        <p:spPr>
          <a:xfrm>
            <a:off x="916484" y="2126694"/>
            <a:ext cx="499943" cy="499943"/>
          </a:xfrm>
          <a:prstGeom prst="roundRect">
            <a:avLst>
              <a:gd name="adj" fmla="val 80001"/>
            </a:avLst>
          </a:prstGeom>
          <a:solidFill>
            <a:srgbClr val="00002E"/>
          </a:solidFill>
          <a:ln w="27742">
            <a:solidFill>
              <a:srgbClr val="F2B42D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" name="Text 5"/>
          <p:cNvSpPr/>
          <p:nvPr/>
        </p:nvSpPr>
        <p:spPr>
          <a:xfrm>
            <a:off x="1067336" y="2168366"/>
            <a:ext cx="198120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281"/>
              </a:lnSpc>
              <a:buNone/>
            </a:pPr>
            <a:r>
              <a:rPr lang="en-US" sz="2624" b="1" dirty="0">
                <a:solidFill>
                  <a:srgbClr val="F2B42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</a:t>
            </a:r>
            <a:endParaRPr lang="en-US" sz="2624" dirty="0"/>
          </a:p>
        </p:txBody>
      </p:sp>
      <p:sp>
        <p:nvSpPr>
          <p:cNvPr id="10" name="Text 6"/>
          <p:cNvSpPr/>
          <p:nvPr/>
        </p:nvSpPr>
        <p:spPr>
          <a:xfrm>
            <a:off x="2388513" y="2175272"/>
            <a:ext cx="236982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F2B42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Customer Support</a:t>
            </a:r>
            <a:endParaRPr lang="en-US" sz="2187" dirty="0"/>
          </a:p>
        </p:txBody>
      </p:sp>
      <p:sp>
        <p:nvSpPr>
          <p:cNvPr id="11" name="Text 7"/>
          <p:cNvSpPr/>
          <p:nvPr/>
        </p:nvSpPr>
        <p:spPr>
          <a:xfrm>
            <a:off x="2388513" y="2655689"/>
            <a:ext cx="7751088" cy="7108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99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Our dedicated customer support team is available to assist you with any queries or concerns, offering prompt solutions.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1416427" y="4220468"/>
            <a:ext cx="777597" cy="27742"/>
          </a:xfrm>
          <a:prstGeom prst="rect">
            <a:avLst/>
          </a:prstGeom>
          <a:solidFill>
            <a:srgbClr val="D7425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3" name="Shape 9"/>
          <p:cNvSpPr/>
          <p:nvPr/>
        </p:nvSpPr>
        <p:spPr>
          <a:xfrm>
            <a:off x="916484" y="3984427"/>
            <a:ext cx="499943" cy="499943"/>
          </a:xfrm>
          <a:prstGeom prst="roundRect">
            <a:avLst>
              <a:gd name="adj" fmla="val 80001"/>
            </a:avLst>
          </a:prstGeom>
          <a:solidFill>
            <a:srgbClr val="00002E"/>
          </a:solidFill>
          <a:ln w="27742">
            <a:solidFill>
              <a:srgbClr val="D7425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Text 10"/>
          <p:cNvSpPr/>
          <p:nvPr/>
        </p:nvSpPr>
        <p:spPr>
          <a:xfrm>
            <a:off x="1067336" y="4026098"/>
            <a:ext cx="198120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281"/>
              </a:lnSpc>
              <a:buNone/>
            </a:pPr>
            <a:r>
              <a:rPr lang="en-US" sz="2624" b="1" dirty="0">
                <a:solidFill>
                  <a:srgbClr val="D742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</a:t>
            </a:r>
            <a:endParaRPr lang="en-US" sz="2624" dirty="0"/>
          </a:p>
        </p:txBody>
      </p:sp>
      <p:sp>
        <p:nvSpPr>
          <p:cNvPr id="15" name="Text 11"/>
          <p:cNvSpPr/>
          <p:nvPr/>
        </p:nvSpPr>
        <p:spPr>
          <a:xfrm>
            <a:off x="2388513" y="4033004"/>
            <a:ext cx="2221944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D742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Contact Options</a:t>
            </a:r>
            <a:endParaRPr lang="en-US" sz="2187" dirty="0"/>
          </a:p>
        </p:txBody>
      </p:sp>
      <p:sp>
        <p:nvSpPr>
          <p:cNvPr id="16" name="Text 12"/>
          <p:cNvSpPr/>
          <p:nvPr/>
        </p:nvSpPr>
        <p:spPr>
          <a:xfrm>
            <a:off x="2388513" y="4513421"/>
            <a:ext cx="7751088" cy="7108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99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Reach out to us via phone, email, or live chat for quick and personalized assistance.</a:t>
            </a:r>
            <a:endParaRPr lang="en-US" sz="1750" dirty="0"/>
          </a:p>
        </p:txBody>
      </p:sp>
      <p:sp>
        <p:nvSpPr>
          <p:cNvPr id="17" name="Shape 13"/>
          <p:cNvSpPr/>
          <p:nvPr/>
        </p:nvSpPr>
        <p:spPr>
          <a:xfrm>
            <a:off x="1416427" y="6078200"/>
            <a:ext cx="777597" cy="27742"/>
          </a:xfrm>
          <a:prstGeom prst="rect">
            <a:avLst/>
          </a:prstGeom>
          <a:solidFill>
            <a:srgbClr val="DD785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8" name="Shape 14"/>
          <p:cNvSpPr/>
          <p:nvPr/>
        </p:nvSpPr>
        <p:spPr>
          <a:xfrm>
            <a:off x="916484" y="5842159"/>
            <a:ext cx="499943" cy="499943"/>
          </a:xfrm>
          <a:prstGeom prst="roundRect">
            <a:avLst>
              <a:gd name="adj" fmla="val 80001"/>
            </a:avLst>
          </a:prstGeom>
          <a:solidFill>
            <a:srgbClr val="00002E"/>
          </a:solidFill>
          <a:ln w="27742">
            <a:solidFill>
              <a:srgbClr val="DD785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9" name="Text 15"/>
          <p:cNvSpPr/>
          <p:nvPr/>
        </p:nvSpPr>
        <p:spPr>
          <a:xfrm>
            <a:off x="1067336" y="5883831"/>
            <a:ext cx="198120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281"/>
              </a:lnSpc>
              <a:buNone/>
            </a:pPr>
            <a:r>
              <a:rPr lang="en-US" sz="2624" b="1" dirty="0">
                <a:solidFill>
                  <a:srgbClr val="DD78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3</a:t>
            </a:r>
            <a:endParaRPr lang="en-US" sz="2624" dirty="0"/>
          </a:p>
        </p:txBody>
      </p:sp>
      <p:sp>
        <p:nvSpPr>
          <p:cNvPr id="20" name="Text 16"/>
          <p:cNvSpPr/>
          <p:nvPr/>
        </p:nvSpPr>
        <p:spPr>
          <a:xfrm>
            <a:off x="2388513" y="5890736"/>
            <a:ext cx="249936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DD78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Feedback Welcome</a:t>
            </a:r>
            <a:endParaRPr lang="en-US" sz="2187" dirty="0"/>
          </a:p>
        </p:txBody>
      </p:sp>
      <p:sp>
        <p:nvSpPr>
          <p:cNvPr id="21" name="Text 17"/>
          <p:cNvSpPr/>
          <p:nvPr/>
        </p:nvSpPr>
        <p:spPr>
          <a:xfrm>
            <a:off x="2388513" y="6371153"/>
            <a:ext cx="7751088" cy="7108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99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We value your feedback and are always eager to hear from our customers to enhance your shopping experience.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464</Words>
  <Application>Microsoft Office PowerPoint</Application>
  <PresentationFormat>Custom</PresentationFormat>
  <Paragraphs>65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Nunito</vt:lpstr>
      <vt:lpstr>PT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Administrator</cp:lastModifiedBy>
  <cp:revision>3</cp:revision>
  <dcterms:created xsi:type="dcterms:W3CDTF">2024-01-22T21:27:43Z</dcterms:created>
  <dcterms:modified xsi:type="dcterms:W3CDTF">2024-01-25T05:43:40Z</dcterms:modified>
</cp:coreProperties>
</file>